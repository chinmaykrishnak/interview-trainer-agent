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FF"/>
          </a:solidFill>
          <a:ln w="12700">
            <a:solidFill>
              <a:srgbClr val="1A5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1A56FF"/>
          </a:solidFill>
          <a:ln w="12700">
            <a:solidFill>
              <a:srgbClr val="1A5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274320"/>
            <a:ext cx="3291840" cy="4572000"/>
          </a:xfrm>
          <a:prstGeom prst="rect">
            <a:avLst/>
          </a:prstGeom>
          <a:solidFill>
            <a:srgbClr val="132247"/>
          </a:solidFill>
          <a:ln w="12700">
            <a:solidFill>
              <a:srgbClr val="4F8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37960" y="502920"/>
            <a:ext cx="1554480" cy="1554480"/>
          </a:xfrm>
          <a:prstGeom prst="ellipse">
            <a:avLst/>
          </a:prstGeom>
          <a:solidFill>
            <a:srgbClr val="1A56FF"/>
          </a:solidFill>
          <a:ln w="12700">
            <a:solidFill>
              <a:srgbClr val="4F8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37960" y="777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IBM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37960" y="1371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852160" y="2194560"/>
            <a:ext cx="2834640" cy="347472"/>
          </a:xfrm>
          <a:prstGeom prst="roundRect">
            <a:avLst>
              <a:gd name="adj" fmla="val 13158"/>
            </a:avLst>
          </a:prstGeom>
          <a:solidFill>
            <a:srgbClr val="1E3A6E"/>
          </a:solidFill>
          <a:ln w="6350">
            <a:solidFill>
              <a:srgbClr val="4F8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21945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IBM Cloud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2651760"/>
            <a:ext cx="2834640" cy="347472"/>
          </a:xfrm>
          <a:prstGeom prst="roundRect">
            <a:avLst>
              <a:gd name="adj" fmla="val 13158"/>
            </a:avLst>
          </a:prstGeom>
          <a:solidFill>
            <a:srgbClr val="1E3A6E"/>
          </a:solidFill>
          <a:ln w="6350">
            <a:solidFill>
              <a:srgbClr val="4F8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26517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3108960"/>
            <a:ext cx="2834640" cy="347472"/>
          </a:xfrm>
          <a:prstGeom prst="roundRect">
            <a:avLst>
              <a:gd name="adj" fmla="val 13158"/>
            </a:avLst>
          </a:prstGeom>
          <a:solidFill>
            <a:srgbClr val="1E3A6E"/>
          </a:solidFill>
          <a:ln w="6350">
            <a:solidFill>
              <a:srgbClr val="4F8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31089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GPT-OSS 120B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3566160"/>
            <a:ext cx="2834640" cy="347472"/>
          </a:xfrm>
          <a:prstGeom prst="roundRect">
            <a:avLst>
              <a:gd name="adj" fmla="val 13158"/>
            </a:avLst>
          </a:prstGeom>
          <a:solidFill>
            <a:srgbClr val="1E3A6E"/>
          </a:solidFill>
          <a:ln w="6350">
            <a:solidFill>
              <a:srgbClr val="4F8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35661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Agentic AI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52160" y="4023360"/>
            <a:ext cx="2834640" cy="347472"/>
          </a:xfrm>
          <a:prstGeom prst="roundRect">
            <a:avLst>
              <a:gd name="adj" fmla="val 13158"/>
            </a:avLst>
          </a:prstGeom>
          <a:solidFill>
            <a:srgbClr val="1E3A6E"/>
          </a:solidFill>
          <a:ln w="6350">
            <a:solidFill>
              <a:srgbClr val="4F8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40233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Knowledge Base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54864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Interview Trainer Agent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74320" y="15087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SkillsBuild Internship Project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1965960"/>
            <a:ext cx="2286000" cy="36576"/>
          </a:xfrm>
          <a:prstGeom prst="rect">
            <a:avLst/>
          </a:prstGeom>
          <a:solidFill>
            <a:srgbClr val="1A56FF"/>
          </a:solidFill>
          <a:ln w="12700">
            <a:solidFill>
              <a:srgbClr val="1A5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00200" y="2148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Chinmay Krishna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00200" y="2560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GITAM University, Hyderabad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ID: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00200" y="2971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INTERNSHIP_177549002069d3d3e4f3903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3383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ID: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00200" y="3383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STU69e08fd499edf1776324564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3794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600200" y="3794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May 2026 – 15 June 2026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206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600200" y="4206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22 – Interview Trainer Agent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32247"/>
          </a:solidFill>
          <a:ln w="12700">
            <a:solidFill>
              <a:srgbClr val="1322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 Foundation · IBM SkillsBuild · AICTE  |  AI &amp; Cloud Emerging Technologies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FF"/>
          </a:solidFill>
          <a:ln w="12700">
            <a:solidFill>
              <a:srgbClr val="1A5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1A56FF"/>
          </a:solidFill>
          <a:ln w="12700">
            <a:solidFill>
              <a:srgbClr val="1A5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 &amp; Solution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658368"/>
            <a:ext cx="8686800" cy="22860"/>
          </a:xfrm>
          <a:prstGeom prst="rect">
            <a:avLst/>
          </a:prstGeom>
          <a:solidFill>
            <a:srgbClr val="1A56FF"/>
          </a:solidFill>
          <a:ln w="12700">
            <a:solidFill>
              <a:srgbClr val="1A5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749808"/>
            <a:ext cx="4160520" cy="4023360"/>
          </a:xfrm>
          <a:prstGeom prst="rect">
            <a:avLst/>
          </a:prstGeom>
          <a:solidFill>
            <a:srgbClr val="0F1A3A"/>
          </a:solidFill>
          <a:ln w="8890">
            <a:solidFill>
              <a:srgbClr val="4F8B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49808"/>
            <a:ext cx="4160520" cy="41148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772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The Challenge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261872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22529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lack structured, personalized interview prep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1828800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79222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give generic answers — not role-specific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2395728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3591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adapts to experience level (fresher vs expert)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2962656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260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+ Technical + Behavioral rounds all need different prep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3529584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4930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AI-powered model answer generation with STAR guidance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749808"/>
            <a:ext cx="4343400" cy="4023360"/>
          </a:xfrm>
          <a:prstGeom prst="rect">
            <a:avLst/>
          </a:prstGeom>
          <a:solidFill>
            <a:srgbClr val="0F1A3A"/>
          </a:solidFill>
          <a:ln w="8890">
            <a:solidFill>
              <a:srgbClr val="00C4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749808"/>
            <a:ext cx="4343400" cy="411480"/>
          </a:xfrm>
          <a:prstGeom prst="rect">
            <a:avLst/>
          </a:prstGeom>
          <a:solidFill>
            <a:srgbClr val="0D3035"/>
          </a:solidFill>
          <a:ln w="12700">
            <a:solidFill>
              <a:srgbClr val="0D30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7772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Our Solution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0016" y="1261872"/>
            <a:ext cx="164592" cy="164592"/>
          </a:xfrm>
          <a:prstGeom prst="ellipse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122529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agent using trusted knowledge base PDFs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0016" y="1828800"/>
            <a:ext cx="164592" cy="164592"/>
          </a:xfrm>
          <a:prstGeom prst="ellipse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179222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role-specific HR, behavioral &amp; technical Qs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0016" y="2395728"/>
            <a:ext cx="164592" cy="164592"/>
          </a:xfrm>
          <a:prstGeom prst="ellipse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35915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Tailors difficulty by experience level (Beginner → Expert)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0016" y="2962656"/>
            <a:ext cx="164592" cy="164592"/>
          </a:xfrm>
          <a:prstGeom prst="ellipse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292608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model answers + STAR framework coaching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0016" y="3529584"/>
            <a:ext cx="164592" cy="164592"/>
          </a:xfrm>
          <a:prstGeom prst="ellipse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349300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IBM Cloud via watsonx Orchestrate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32247"/>
          </a:solidFill>
          <a:ln w="12700">
            <a:solidFill>
              <a:srgbClr val="1322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No. 22 – Interview Trainer Agent  |  IBM watsonx Orchestrate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FF"/>
          </a:solidFill>
          <a:ln w="12700">
            <a:solidFill>
              <a:srgbClr val="1A5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1A56FF"/>
          </a:solidFill>
          <a:ln w="12700">
            <a:solidFill>
              <a:srgbClr val="1A5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 &amp; Agent Workflow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658368"/>
            <a:ext cx="8686800" cy="22860"/>
          </a:xfrm>
          <a:prstGeom prst="rect">
            <a:avLst/>
          </a:prstGeom>
          <a:solidFill>
            <a:srgbClr val="1A56FF"/>
          </a:solidFill>
          <a:ln w="12700">
            <a:solidFill>
              <a:srgbClr val="1A5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777240"/>
            <a:ext cx="2103120" cy="1508760"/>
          </a:xfrm>
          <a:prstGeom prst="rect">
            <a:avLst/>
          </a:prstGeom>
          <a:solidFill>
            <a:srgbClr val="0F1A3A"/>
          </a:solidFill>
          <a:ln w="12700">
            <a:solidFill>
              <a:srgbClr val="1A5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777240"/>
            <a:ext cx="2103120" cy="457200"/>
          </a:xfrm>
          <a:prstGeom prst="rect">
            <a:avLst/>
          </a:prstGeom>
          <a:solidFill>
            <a:srgbClr val="1A56FF"/>
          </a:solidFill>
          <a:ln w="12700">
            <a:solidFill>
              <a:srgbClr val="1A5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8046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IBM Cloud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129844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 / Trial Plan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Dallas Region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32304" y="777240"/>
            <a:ext cx="2103120" cy="1508760"/>
          </a:xfrm>
          <a:prstGeom prst="rect">
            <a:avLst/>
          </a:prstGeom>
          <a:solidFill>
            <a:srgbClr val="0F1A3A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32304" y="777240"/>
            <a:ext cx="210312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78024" y="8046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watsonx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23744" y="129844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Style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777240"/>
            <a:ext cx="2103120" cy="1508760"/>
          </a:xfrm>
          <a:prstGeom prst="rect">
            <a:avLst/>
          </a:prstGeom>
          <a:solidFill>
            <a:srgbClr val="0F1A3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777240"/>
            <a:ext cx="2103120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8046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GPT-OSS 120B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29844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Backbone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compatible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94576" y="777240"/>
            <a:ext cx="2103120" cy="1508760"/>
          </a:xfrm>
          <a:prstGeom prst="rect">
            <a:avLst/>
          </a:prstGeom>
          <a:solidFill>
            <a:srgbClr val="0F1A3A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94576" y="777240"/>
            <a:ext cx="2103120" cy="4572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0296" y="8046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RAG Knowledge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86016" y="129844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Interview PDFs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+ HR + DSA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" y="24231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Workflow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01168" y="2834640"/>
            <a:ext cx="1600200" cy="1371600"/>
          </a:xfrm>
          <a:prstGeom prst="rect">
            <a:avLst/>
          </a:prstGeom>
          <a:solidFill>
            <a:srgbClr val="1A56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" y="288036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(Job Role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Exp. Level)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801368" y="3410712"/>
            <a:ext cx="18288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38528" y="335584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984248" y="2834640"/>
            <a:ext cx="1600200" cy="1371600"/>
          </a:xfrm>
          <a:prstGeom prst="rect">
            <a:avLst/>
          </a:prstGeom>
          <a:solidFill>
            <a:srgbClr val="1565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29968" y="288036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584448" y="3410712"/>
            <a:ext cx="18288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21608" y="335584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767328" y="2834640"/>
            <a:ext cx="1600200" cy="1371600"/>
          </a:xfrm>
          <a:prstGeom prst="rect">
            <a:avLst/>
          </a:prstGeom>
          <a:solidFill>
            <a:srgbClr val="00695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13048" y="288036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Knowledge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67528" y="3410712"/>
            <a:ext cx="18288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04688" y="335584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550408" y="2834640"/>
            <a:ext cx="1600200" cy="1371600"/>
          </a:xfrm>
          <a:prstGeom prst="rect">
            <a:avLst/>
          </a:prstGeom>
          <a:solidFill>
            <a:srgbClr val="6A1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96128" y="288036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 120B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Processing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50608" y="3410712"/>
            <a:ext cx="18288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87768" y="335584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333488" y="2834640"/>
            <a:ext cx="1600200" cy="1371600"/>
          </a:xfrm>
          <a:prstGeom prst="rect">
            <a:avLst/>
          </a:prstGeom>
          <a:solidFill>
            <a:srgbClr val="00C4A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79208" y="288036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Qs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Answers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Tips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32247"/>
          </a:solidFill>
          <a:ln w="12700">
            <a:solidFill>
              <a:srgbClr val="1322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 Orchestrate  |  RAG + GPT-OSS 120B  |  IBM Cloud Dallas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FF"/>
          </a:solidFill>
          <a:ln w="12700">
            <a:solidFill>
              <a:srgbClr val="1A5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1A56FF"/>
          </a:solidFill>
          <a:ln w="12700">
            <a:solidFill>
              <a:srgbClr val="1A5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Screenshots — Live Demo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658368"/>
            <a:ext cx="8686800" cy="22860"/>
          </a:xfrm>
          <a:prstGeom prst="rect">
            <a:avLst/>
          </a:prstGeom>
          <a:solidFill>
            <a:srgbClr val="1A56FF"/>
          </a:solidFill>
          <a:ln w="12700">
            <a:solidFill>
              <a:srgbClr val="1A5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804672"/>
            <a:ext cx="2788920" cy="1691640"/>
          </a:xfrm>
          <a:prstGeom prst="rect">
            <a:avLst/>
          </a:prstGeom>
          <a:solidFill>
            <a:srgbClr val="0F1A3A"/>
          </a:solidFill>
          <a:ln w="7620">
            <a:solidFill>
              <a:srgbClr val="4F8B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" y="850392"/>
            <a:ext cx="2697480" cy="1417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01168" y="2267712"/>
            <a:ext cx="2788920" cy="2743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" y="228600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Files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172968" y="804672"/>
            <a:ext cx="2788920" cy="1691640"/>
          </a:xfrm>
          <a:prstGeom prst="rect">
            <a:avLst/>
          </a:prstGeom>
          <a:solidFill>
            <a:srgbClr val="0F1A3A"/>
          </a:solidFill>
          <a:ln w="7620">
            <a:solidFill>
              <a:srgbClr val="4F8B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850392"/>
            <a:ext cx="2697480" cy="1417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172968" y="2267712"/>
            <a:ext cx="2788920" cy="2743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18688" y="228600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Frontend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6144768" y="804672"/>
            <a:ext cx="2788920" cy="1691640"/>
          </a:xfrm>
          <a:prstGeom prst="rect">
            <a:avLst/>
          </a:prstGeom>
          <a:solidFill>
            <a:srgbClr val="0F1A3A"/>
          </a:solidFill>
          <a:ln w="7620">
            <a:solidFill>
              <a:srgbClr val="4F8B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850392"/>
            <a:ext cx="2697480" cy="141732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44768" y="2267712"/>
            <a:ext cx="2788920" cy="2743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190488" y="228600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 Orchestrate Dashboard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201168" y="2953512"/>
            <a:ext cx="2788920" cy="1691640"/>
          </a:xfrm>
          <a:prstGeom prst="rect">
            <a:avLst/>
          </a:prstGeom>
          <a:solidFill>
            <a:srgbClr val="0F1A3A"/>
          </a:solidFill>
          <a:ln w="7620">
            <a:solidFill>
              <a:srgbClr val="4F8B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" y="2999232"/>
            <a:ext cx="2697480" cy="141732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201168" y="4416552"/>
            <a:ext cx="2788920" cy="2743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246888" y="443484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Profile Config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3172968" y="2953512"/>
            <a:ext cx="2788920" cy="1691640"/>
          </a:xfrm>
          <a:prstGeom prst="rect">
            <a:avLst/>
          </a:prstGeom>
          <a:solidFill>
            <a:srgbClr val="0F1A3A"/>
          </a:solidFill>
          <a:ln w="7620">
            <a:solidFill>
              <a:srgbClr val="4F8BF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688" y="2999232"/>
            <a:ext cx="2697480" cy="141732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172968" y="4416552"/>
            <a:ext cx="2788920" cy="2743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3218688" y="443484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Response — AI/ML Interview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6144768" y="2953512"/>
            <a:ext cx="2788920" cy="1691640"/>
          </a:xfrm>
          <a:prstGeom prst="rect">
            <a:avLst/>
          </a:prstGeom>
          <a:solidFill>
            <a:srgbClr val="0F1A3A"/>
          </a:solidFill>
          <a:ln w="7620">
            <a:solidFill>
              <a:srgbClr val="4F8BFF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2999232"/>
            <a:ext cx="2697480" cy="141732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44768" y="4416552"/>
            <a:ext cx="2788920" cy="2743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6190488" y="443484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Questions Generated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32247"/>
          </a:solidFill>
          <a:ln w="12700">
            <a:solidFill>
              <a:srgbClr val="132247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Trainer Agent  |  Live on IBM watsonx Orchestrate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FF"/>
          </a:solidFill>
          <a:ln w="12700">
            <a:solidFill>
              <a:srgbClr val="1A5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1A56FF"/>
          </a:solidFill>
          <a:ln w="12700">
            <a:solidFill>
              <a:srgbClr val="1A5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Knowledge Base, Agent Demo &amp; Future Scope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658368"/>
            <a:ext cx="8686800" cy="22860"/>
          </a:xfrm>
          <a:prstGeom prst="rect">
            <a:avLst/>
          </a:prstGeom>
          <a:solidFill>
            <a:srgbClr val="1A56FF"/>
          </a:solidFill>
          <a:ln w="12700">
            <a:solidFill>
              <a:srgbClr val="1A5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749808"/>
            <a:ext cx="2926080" cy="2377440"/>
          </a:xfrm>
          <a:prstGeom prst="rect">
            <a:avLst/>
          </a:prstGeom>
          <a:solidFill>
            <a:srgbClr val="0F1A3A"/>
          </a:solidFill>
          <a:ln w="12700">
            <a:solidFill>
              <a:srgbClr val="00C4A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804672"/>
            <a:ext cx="2816352" cy="2103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01168" y="2871216"/>
            <a:ext cx="2926080" cy="256032"/>
          </a:xfrm>
          <a:prstGeom prst="rect">
            <a:avLst/>
          </a:prstGeom>
          <a:solidFill>
            <a:srgbClr val="0D3035"/>
          </a:solidFill>
          <a:ln w="12700">
            <a:solidFill>
              <a:srgbClr val="0D30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" y="28895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— Mock Interview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310128" y="749808"/>
            <a:ext cx="2560320" cy="2377440"/>
          </a:xfrm>
          <a:prstGeom prst="rect">
            <a:avLst/>
          </a:prstGeom>
          <a:solidFill>
            <a:srgbClr val="0F1A3A"/>
          </a:solidFill>
          <a:ln w="7620">
            <a:solidFill>
              <a:srgbClr val="4F8B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10128" y="749808"/>
            <a:ext cx="2560320" cy="384048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01568" y="7772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RAG Documents Uploaded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401568" y="118872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75 Most Important LeetCode DSA Questions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401568" y="14264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AI/ML 100 Interview Questions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401568" y="16642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Common Job Interview Questions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401568" y="19019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HR Interview Questions &amp; Answers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401568" y="21396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Java Interview Question List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401568" y="23774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Java Technical Interview Q&amp;A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401568" y="26151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Resume Guide 2020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401568" y="28529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Top 100 Common Interview Q&amp;A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035040" y="749808"/>
            <a:ext cx="2880360" cy="2377440"/>
          </a:xfrm>
          <a:prstGeom prst="rect">
            <a:avLst/>
          </a:prstGeom>
          <a:solidFill>
            <a:srgbClr val="0F1A3A"/>
          </a:solidFill>
          <a:ln w="7620">
            <a:solidFill>
              <a:srgbClr val="F5A62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0" y="749808"/>
            <a:ext cx="2880360" cy="384048"/>
          </a:xfrm>
          <a:prstGeom prst="rect">
            <a:avLst/>
          </a:prstGeom>
          <a:solidFill>
            <a:srgbClr val="3A2800"/>
          </a:solidFill>
          <a:ln w="12700">
            <a:solidFill>
              <a:srgbClr val="3A28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44768" y="77724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Scope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144768" y="1225296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09360" y="119786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upload &amp; personalized analysis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144768" y="1481328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09360" y="145389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mock interview mode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144768" y="173736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09360" y="170992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 &amp; feedback system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44768" y="1993392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09360" y="19659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144768" y="2249424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09360" y="222199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LinkedIn job roles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144768" y="2505456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309360" y="247802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generation after session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144768" y="2761488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09360" y="273405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score checker for resumes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01168" y="3246120"/>
            <a:ext cx="2103120" cy="1371600"/>
          </a:xfrm>
          <a:prstGeom prst="rect">
            <a:avLst/>
          </a:prstGeom>
          <a:solidFill>
            <a:srgbClr val="0F1A3A"/>
          </a:solidFill>
          <a:ln w="7620">
            <a:solidFill>
              <a:srgbClr val="4F8B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01168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201168" y="3794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Live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201168" y="40965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Orchestrate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2441448" y="3246120"/>
            <a:ext cx="2103120" cy="1371600"/>
          </a:xfrm>
          <a:prstGeom prst="rect">
            <a:avLst/>
          </a:prstGeom>
          <a:solidFill>
            <a:srgbClr val="0F1A3A"/>
          </a:solidFill>
          <a:ln w="7620">
            <a:solidFill>
              <a:srgbClr val="4F8B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441448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2200" dirty="0"/>
          </a:p>
        </p:txBody>
      </p:sp>
      <p:sp>
        <p:nvSpPr>
          <p:cNvPr id="44" name="Text 41"/>
          <p:cNvSpPr/>
          <p:nvPr/>
        </p:nvSpPr>
        <p:spPr>
          <a:xfrm>
            <a:off x="2441448" y="3794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PDFs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2441448" y="40965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4681728" y="3246120"/>
            <a:ext cx="2103120" cy="1371600"/>
          </a:xfrm>
          <a:prstGeom prst="rect">
            <a:avLst/>
          </a:prstGeom>
          <a:solidFill>
            <a:srgbClr val="0F1A3A"/>
          </a:solidFill>
          <a:ln w="7620">
            <a:solidFill>
              <a:srgbClr val="4F8B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681728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200" dirty="0"/>
          </a:p>
        </p:txBody>
      </p:sp>
      <p:sp>
        <p:nvSpPr>
          <p:cNvPr id="48" name="Text 45"/>
          <p:cNvSpPr/>
          <p:nvPr/>
        </p:nvSpPr>
        <p:spPr>
          <a:xfrm>
            <a:off x="4681728" y="3794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4681728" y="40965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Frontend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6922008" y="3246120"/>
            <a:ext cx="2103120" cy="1371600"/>
          </a:xfrm>
          <a:prstGeom prst="rect">
            <a:avLst/>
          </a:prstGeom>
          <a:solidFill>
            <a:srgbClr val="0F1A3A"/>
          </a:solidFill>
          <a:ln w="7620">
            <a:solidFill>
              <a:srgbClr val="4F8B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922008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200" dirty="0"/>
          </a:p>
        </p:txBody>
      </p:sp>
      <p:sp>
        <p:nvSpPr>
          <p:cNvPr id="52" name="Text 49"/>
          <p:cNvSpPr/>
          <p:nvPr/>
        </p:nvSpPr>
        <p:spPr>
          <a:xfrm>
            <a:off x="6922008" y="3794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IBM Badges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6922008" y="40965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SkillsBuild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32247"/>
          </a:solidFill>
          <a:ln w="12700">
            <a:solidFill>
              <a:srgbClr val="13224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Trainer Agent  |  K Chinmay Krishna  |  GITAM University  |  IBM SkillsBuild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Interview Trainer Agent - IBM watsonx Orchestrate</dc:title>
  <dc:subject>PptxGenJS Presentation</dc:subject>
  <dc:creator>PptxGenJS</dc:creator>
  <cp:lastModifiedBy>PptxGenJS</cp:lastModifiedBy>
  <cp:revision>1</cp:revision>
  <dcterms:created xsi:type="dcterms:W3CDTF">2026-06-05T02:43:24Z</dcterms:created>
  <dcterms:modified xsi:type="dcterms:W3CDTF">2026-06-05T02:43:24Z</dcterms:modified>
</cp:coreProperties>
</file>